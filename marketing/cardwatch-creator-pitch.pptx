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CardWatch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Creator Partnership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money sharing a tool your audience will actually use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mycardwatch.com/partners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Audience Is Missing Deals Every Day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solidFill>
            <a:srgbClr val="2222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097280"/>
            <a:ext cx="64008" cy="10058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Sniped in Minutes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554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Underpriced sports cards get bought within minutes on eBay. If you're not watching, someone else gets the deal.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331720"/>
            <a:ext cx="8046720" cy="1005840"/>
          </a:xfrm>
          <a:prstGeom prst="rect">
            <a:avLst/>
          </a:prstGeom>
          <a:solidFill>
            <a:srgbClr val="2222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331720"/>
            <a:ext cx="64008" cy="10058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4414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Search is Broken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14400" y="2788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Scrolling through eBay takes 30-60 minutes a day and still misses most of the best listings.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566160"/>
            <a:ext cx="8046720" cy="1005840"/>
          </a:xfrm>
          <a:prstGeom prst="rect">
            <a:avLst/>
          </a:prstGeom>
          <a:solidFill>
            <a:srgbClr val="2222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3566160"/>
            <a:ext cx="64008" cy="10058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36758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Saved Searches Are Too Slow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14400" y="4023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eBay's saved searches only update every few hours — by then, the deals are long gone.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CardWatch: eBay Alerts Every 15 Minutes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3840480" cy="1463040"/>
          </a:xfrm>
          <a:prstGeom prst="rect">
            <a:avLst/>
          </a:prstGeom>
          <a:solidFill>
            <a:srgbClr val="2222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304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15-Minute Scans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463040" y="1691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eBay as often as every 15 minutes for new listings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663440" y="1097280"/>
            <a:ext cx="3840480" cy="1463040"/>
          </a:xfrm>
          <a:prstGeom prst="rect">
            <a:avLst/>
          </a:prstGeom>
          <a:solidFill>
            <a:srgbClr val="2222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41732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57784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Rich Email Alerts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5577840" y="1691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images, prices, and direct eBay links in every alert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48640" y="2834640"/>
            <a:ext cx="3840480" cy="1463040"/>
          </a:xfrm>
          <a:prstGeom prst="rect">
            <a:avLst/>
          </a:prstGeom>
          <a:solidFill>
            <a:srgbClr val="2222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15468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63040" y="3063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Filters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1463040" y="3429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Condition, price range, listing type, and seller rating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663440" y="2834640"/>
            <a:ext cx="3840480" cy="1463040"/>
          </a:xfrm>
          <a:prstGeom prst="rect">
            <a:avLst/>
          </a:prstGeom>
          <a:solidFill>
            <a:srgbClr val="2222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15468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577840" y="3063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Unlimited Watchlists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5577840" y="3429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player, any set, any card type — no limits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Alert. One Card. $135 Profit.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6400800" cy="2926080"/>
          </a:xfrm>
          <a:prstGeom prst="rect">
            <a:avLst/>
          </a:prstGeom>
          <a:solidFill>
            <a:srgbClr val="2222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097280"/>
            <a:ext cx="640080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3716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2024 Topps Chrome Refractor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AT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$45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84048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$180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85216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PROFIT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$135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1645920" y="32004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card pays for a year of CardWatch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audience catches deals like this every week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Creators Love Partnering With CardWatch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solidFill>
            <a:srgbClr val="2222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463040" y="12070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Value for Your Audience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463040" y="1554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followers save real money on cards they're already buying. You're not pushing something useless — you're giving them an edge.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331720"/>
            <a:ext cx="8046720" cy="1005840"/>
          </a:xfrm>
          <a:prstGeom prst="rect">
            <a:avLst/>
          </a:prstGeom>
          <a:solidFill>
            <a:srgbClr val="2222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296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463040" y="24414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Product Sells Itself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463040" y="2788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show a deal catch on camera. Screen-record an alert, show the listing price vs. comps, and let the numbers do the talking.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566160"/>
            <a:ext cx="8046720" cy="1005840"/>
          </a:xfrm>
          <a:prstGeom prst="rect">
            <a:avLst/>
          </a:prstGeom>
          <a:solidFill>
            <a:srgbClr val="2222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2296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1463040" y="36758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Friction to Try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463040" y="4023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3-day free trial with no credit card required. Your audience can try it risk-free — which means higher conversion on your recommendations.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Earn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3840480" cy="2011680"/>
          </a:xfrm>
          <a:prstGeom prst="rect">
            <a:avLst/>
          </a:prstGeom>
          <a:solidFill>
            <a:srgbClr val="2222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097280"/>
            <a:ext cx="384048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548640" y="2240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 per referral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keep the entire first month's subscription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097280"/>
            <a:ext cx="3840480" cy="2011680"/>
          </a:xfrm>
          <a:prstGeom prst="rect">
            <a:avLst/>
          </a:prstGeom>
          <a:solidFill>
            <a:srgbClr val="2222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097280"/>
            <a:ext cx="384048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466344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2-12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663440" y="16002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4800" dirty="0"/>
          </a:p>
        </p:txBody>
      </p:sp>
      <p:sp>
        <p:nvSpPr>
          <p:cNvPr id="15" name="Text 12"/>
          <p:cNvSpPr/>
          <p:nvPr/>
        </p:nvSpPr>
        <p:spPr>
          <a:xfrm>
            <a:off x="4663440" y="2240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$1.99/mo per referral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93776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recurring commission for active users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3383280"/>
            <a:ext cx="8046720" cy="731520"/>
          </a:xfrm>
          <a:prstGeom prst="rect">
            <a:avLst/>
          </a:prstGeom>
          <a:solidFill>
            <a:srgbClr val="2222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48640" y="3383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lifetime CardWatch account with all features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50 referrals = ~$1,265 in year one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Earnings Potential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097280"/>
          <a:ext cx="6400800" cy="27432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 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$1,265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$2,531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$2,497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$6,327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$9.99/month pricing with 70% user retention through month 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That Takes 5 Minutes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1463040"/>
          </a:xfrm>
          <a:prstGeom prst="rect">
            <a:avLst/>
          </a:prstGeom>
          <a:solidFill>
            <a:srgbClr val="2222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37160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4904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2801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Screen-Record a Deal Catch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16459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alert email, the eBay listing, and the comp prices side by side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097280"/>
            <a:ext cx="3840480" cy="1463040"/>
          </a:xfrm>
          <a:prstGeom prst="rect">
            <a:avLst/>
          </a:prstGeom>
          <a:solidFill>
            <a:srgbClr val="2222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37160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4904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12801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"How I Find Deals" Video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715000" y="16459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walkthrough of setting up a watchlist — your audience learns something useful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2834640"/>
            <a:ext cx="3840480" cy="1463040"/>
          </a:xfrm>
          <a:prstGeom prst="rect">
            <a:avLst/>
          </a:prstGeom>
          <a:solidFill>
            <a:srgbClr val="2222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10896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22783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0175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 Your Referral Link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00200" y="33832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link to every video description — passive referrals from your back catalog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2834640"/>
            <a:ext cx="3840480" cy="1463040"/>
          </a:xfrm>
          <a:prstGeom prst="rect">
            <a:avLst/>
          </a:prstGeom>
          <a:solidFill>
            <a:srgbClr val="2222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92040" y="310896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22783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15000" y="30175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Mention It Naturally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715000" y="33832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card breaks or haul videos: "I actually found this card through my eBay alerts"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4572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Started in 3 Steps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645920" y="246888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16459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at mycardwatch.com/partners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89120" y="246888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6"/>
          <p:cNvSpPr/>
          <p:nvPr/>
        </p:nvSpPr>
        <p:spPr>
          <a:xfrm>
            <a:off x="43891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3566160" y="3246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unique referral link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132320" y="246888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309360" y="3246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your audience and start earning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743200" y="4114800"/>
            <a:ext cx="3657600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2"/>
          <p:cNvSpPr/>
          <p:nvPr/>
        </p:nvSpPr>
        <p:spPr>
          <a:xfrm>
            <a:off x="2743200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mycardwatch.com/partners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14400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Email Pierce directly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CardWatch Creator Partnership</dc:title>
  <dc:subject>PptxGenJS Presentation</dc:subject>
  <dc:creator>CardWatch</dc:creator>
  <cp:lastModifiedBy>CardWatch</cp:lastModifiedBy>
  <cp:revision>1</cp:revision>
  <dcterms:created xsi:type="dcterms:W3CDTF">2026-04-09T07:10:58Z</dcterms:created>
  <dcterms:modified xsi:type="dcterms:W3CDTF">2026-04-09T07:10:58Z</dcterms:modified>
</cp:coreProperties>
</file>